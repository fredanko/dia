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125" d="100"/>
          <a:sy n="125" d="100"/>
        </p:scale>
        <p:origin x="-492" y="-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A3E3999-D8CD-A4EA-28C6-D7DCD9C113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1E6852A-16D3-7BB8-7719-9A32E33CB7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906C428-6A41-F58D-5AB5-D606EFEED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7E516A3-F728-9C48-34E0-90139443B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998F8B-6114-D6C5-504A-1D3634DAB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5209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8712F0-3A23-55BE-3D71-B13008575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F76075E-2FCF-10F0-7816-8EC042446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A377065-7B76-F183-6D93-65527C49E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7250F5-6EF3-7F60-9503-5EEEBB247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BF6C9F-B9E0-FC49-61B2-68CF8D47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499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6BEA742-1068-F0FC-D257-DCA5BA555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391BE81-E979-6CBC-AC4F-DCDA620EFE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31E6FE-FF42-02D6-B6D1-13512D5A4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E7757F3-57A6-A6C8-D69C-8DC6CC577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FFC06D-E233-2864-BD78-AADFC27B0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81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E3CC14-D3EF-EEA7-432F-F4C8E87E7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FECB63-2D7F-B04B-EF98-9B9900DF83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E783B2C-A674-02FD-18F5-A8D36BDBC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DD1AD1-DC54-AE0F-AAC4-7EDFB3B97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56CC90-C561-8587-CFA8-E3EBB977E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86C4DE0-5659-C785-23E6-D5BAC681B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4415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969792-8585-C800-A381-1F4A68E1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016FB3-91BB-BD4F-66F7-49FC8071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C4D97C7-4B3D-37B9-E1F5-666675F0C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07AF991-476B-A983-508B-31582806AB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1F2AF7F-DCD3-F435-0529-D11ED9D49E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8EF738E-BE66-37AB-FF21-4ED4C6B4D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54E07EF-8E46-B71F-CC28-DD7FCED12D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955434F-21DA-462D-7384-5E15ADEDF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4879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1E4D3D-1799-410A-84F9-C947353F2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FD00E35-6CB3-B115-145C-4E8ADF8E9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D7B8AC5-EC74-2B41-527C-31FABF3C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5DD00C-1E08-2D98-36B9-02DB45E2C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403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DF27ACC-8FA9-DAC2-B0FF-1F8363333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346EEE-0D97-E829-83A7-43CC6428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D8AFB9D-C59D-DD0D-E3A9-B0B318A4E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5874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A7404F-F9B2-D7C4-1F8C-6E1518A68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431AD1-2C21-3E01-D1F6-D5D9FB3EE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DB33F7C-9726-88D2-4FE0-B5726D4B9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8B4034-7C21-F601-867B-B7D4345FB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A323CF3-8520-49EC-B647-026BECCAD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C83C7A-C21F-E255-13AA-DBA8F7233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317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4EA818-43CB-932F-A014-AC2D00016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5C32FEF-1A21-AC12-210B-3A7E0CB1C1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B1C35BF-5EC6-433E-498A-02AF12D50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382E2E5-0315-1027-0353-1B693005E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CEE6CD8-439F-16D0-536D-3AD96C580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B4A396-2997-AFC6-351A-35D43378B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622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34ECB4-34D5-CDB6-79B9-ECBCB02E5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BF26112-8EF6-2267-2351-B7400A697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7DC5B3-D5B9-33E6-E606-78D359F8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3E7E23-7965-C8A2-38A2-323BA21AE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904E3C-C96D-2996-C5C0-56F790A5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810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6BBD4A7-E4B1-7F1F-C119-0552F11F30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57507DB-6AC0-FABB-58DA-A76A580C1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4596CD-4354-E205-A728-ABE142EC9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902C334-DD4F-7104-06FE-9CBB1D457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1E878C-84B8-2A88-43DF-ACCAF36C1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5314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07599C5-699F-76DB-7A1F-5100CB5C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CC393C8-EC71-1FA8-E411-0ADBA29A4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CF2053-2041-6BD0-C866-6295BE9750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B9542B-BD87-4357-9E38-6C662DDA6CD7}" type="datetimeFigureOut">
              <a:rPr lang="de-DE" smtClean="0"/>
              <a:t>21.01.2026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40A452-4C66-B90A-11C7-DC0F281587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86A9B0-4D81-D57C-E5D1-3C23DB779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170B0D-1144-4691-92C3-C04E8026126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40155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ruppieren 69">
            <a:extLst>
              <a:ext uri="{FF2B5EF4-FFF2-40B4-BE49-F238E27FC236}">
                <a16:creationId xmlns:a16="http://schemas.microsoft.com/office/drawing/2014/main" id="{F6C34706-9F98-15B8-7B87-49B56A6C9D62}"/>
              </a:ext>
            </a:extLst>
          </p:cNvPr>
          <p:cNvGrpSpPr/>
          <p:nvPr/>
        </p:nvGrpSpPr>
        <p:grpSpPr>
          <a:xfrm>
            <a:off x="1820091" y="1086394"/>
            <a:ext cx="8521881" cy="4962210"/>
            <a:chOff x="1820091" y="1086394"/>
            <a:chExt cx="8521881" cy="496221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3475012B-F076-071C-BFD6-5808703638F9}"/>
                </a:ext>
              </a:extLst>
            </p:cNvPr>
            <p:cNvSpPr/>
            <p:nvPr/>
          </p:nvSpPr>
          <p:spPr>
            <a:xfrm>
              <a:off x="5141864" y="1565364"/>
              <a:ext cx="2037806" cy="4206241"/>
            </a:xfrm>
            <a:prstGeom prst="rect">
              <a:avLst/>
            </a:prstGeom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u="sng" dirty="0" err="1">
                  <a:solidFill>
                    <a:schemeClr val="bg1"/>
                  </a:solidFill>
                </a:rPr>
                <a:t>stop_id</a:t>
              </a:r>
              <a:endParaRPr lang="de-DE" u="sng" dirty="0">
                <a:solidFill>
                  <a:schemeClr val="bg1"/>
                </a:solidFill>
              </a:endParaRPr>
            </a:p>
            <a:p>
              <a:r>
                <a:rPr lang="de-DE" dirty="0">
                  <a:solidFill>
                    <a:schemeClr val="bg1"/>
                  </a:solidFill>
                </a:rPr>
                <a:t>#eva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#train_id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#arrival_pt_id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#departure_pt_id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#arrival_ct_id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#departure_ct_id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#arrival_clt_id</a:t>
              </a:r>
            </a:p>
            <a:p>
              <a:r>
                <a:rPr lang="de-DE" dirty="0">
                  <a:solidFill>
                    <a:schemeClr val="bg1"/>
                  </a:solidFill>
                </a:rPr>
                <a:t>#departure_clt_idarrival_cs</a:t>
              </a:r>
            </a:p>
            <a:p>
              <a:r>
                <a:rPr lang="de-DE" dirty="0" err="1">
                  <a:solidFill>
                    <a:schemeClr val="bg1"/>
                  </a:solidFill>
                </a:rPr>
                <a:t>departure_cs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arrival_pp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departure_pp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arrival_cp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departure_cp</a:t>
              </a:r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4" name="Rechteck 3">
              <a:extLst>
                <a:ext uri="{FF2B5EF4-FFF2-40B4-BE49-F238E27FC236}">
                  <a16:creationId xmlns:a16="http://schemas.microsoft.com/office/drawing/2014/main" id="{51E9CFDC-88E6-8A25-5CF8-C0BA4AF56081}"/>
                </a:ext>
              </a:extLst>
            </p:cNvPr>
            <p:cNvSpPr/>
            <p:nvPr/>
          </p:nvSpPr>
          <p:spPr>
            <a:xfrm>
              <a:off x="2398667" y="1565364"/>
              <a:ext cx="2037806" cy="122791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u="sng" dirty="0" err="1">
                  <a:solidFill>
                    <a:schemeClr val="bg1"/>
                  </a:solidFill>
                </a:rPr>
                <a:t>eva</a:t>
              </a:r>
              <a:endParaRPr lang="de-DE" u="sng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name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latitude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longitude</a:t>
              </a:r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701605C7-BE9B-1454-C4FE-124D04441B21}"/>
                </a:ext>
              </a:extLst>
            </p:cNvPr>
            <p:cNvSpPr/>
            <p:nvPr/>
          </p:nvSpPr>
          <p:spPr>
            <a:xfrm>
              <a:off x="5141864" y="1086394"/>
              <a:ext cx="2037806" cy="47897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bg1"/>
                  </a:solidFill>
                </a:rPr>
                <a:t>STOPS</a:t>
              </a:r>
            </a:p>
          </p:txBody>
        </p:sp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8E438881-61B9-A81B-2903-C2E34A1B27C5}"/>
                </a:ext>
              </a:extLst>
            </p:cNvPr>
            <p:cNvSpPr/>
            <p:nvPr/>
          </p:nvSpPr>
          <p:spPr>
            <a:xfrm>
              <a:off x="2398667" y="1086394"/>
              <a:ext cx="2037806" cy="47897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bg1"/>
                  </a:solidFill>
                </a:rPr>
                <a:t>STATIONS</a:t>
              </a:r>
            </a:p>
          </p:txBody>
        </p:sp>
        <p:sp>
          <p:nvSpPr>
            <p:cNvPr id="7" name="Rechteck 6">
              <a:extLst>
                <a:ext uri="{FF2B5EF4-FFF2-40B4-BE49-F238E27FC236}">
                  <a16:creationId xmlns:a16="http://schemas.microsoft.com/office/drawing/2014/main" id="{7AC653E4-CABB-BE12-669E-213DD896D9E7}"/>
                </a:ext>
              </a:extLst>
            </p:cNvPr>
            <p:cNvSpPr/>
            <p:nvPr/>
          </p:nvSpPr>
          <p:spPr>
            <a:xfrm>
              <a:off x="2398667" y="3746859"/>
              <a:ext cx="2037806" cy="202474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u="sng" dirty="0" err="1">
                  <a:solidFill>
                    <a:schemeClr val="bg1"/>
                  </a:solidFill>
                </a:rPr>
                <a:t>train_id</a:t>
              </a:r>
              <a:endParaRPr lang="de-DE" u="sng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owner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category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number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trip_type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filter_flags</a:t>
              </a:r>
              <a:endParaRPr lang="de-DE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line</a:t>
              </a:r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497AAF05-A469-980D-37C1-AC00FDFABDF6}"/>
                </a:ext>
              </a:extLst>
            </p:cNvPr>
            <p:cNvSpPr/>
            <p:nvPr/>
          </p:nvSpPr>
          <p:spPr>
            <a:xfrm>
              <a:off x="2398667" y="3267890"/>
              <a:ext cx="2037806" cy="47897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bg1"/>
                  </a:solidFill>
                </a:rPr>
                <a:t>TRAINS</a:t>
              </a:r>
            </a:p>
          </p:txBody>
        </p:sp>
        <p:cxnSp>
          <p:nvCxnSpPr>
            <p:cNvPr id="16" name="Verbinder: gewinkelt 15">
              <a:extLst>
                <a:ext uri="{FF2B5EF4-FFF2-40B4-BE49-F238E27FC236}">
                  <a16:creationId xmlns:a16="http://schemas.microsoft.com/office/drawing/2014/main" id="{351861D1-CE6A-1345-66C4-DB788FB38C1C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025682" y="1765662"/>
              <a:ext cx="2004332" cy="274319"/>
            </a:xfrm>
            <a:prstGeom prst="bentConnector3">
              <a:avLst>
                <a:gd name="adj1" fmla="val 933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Verbinder: gewinkelt 19">
              <a:extLst>
                <a:ext uri="{FF2B5EF4-FFF2-40B4-BE49-F238E27FC236}">
                  <a16:creationId xmlns:a16="http://schemas.microsoft.com/office/drawing/2014/main" id="{B2E31FE7-F219-A394-8DF9-2CA5B931F15B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3392533" y="2304503"/>
              <a:ext cx="1643745" cy="1593670"/>
            </a:xfrm>
            <a:prstGeom prst="bentConnector3">
              <a:avLst>
                <a:gd name="adj1" fmla="val 100028"/>
              </a:avLst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A168A43D-0631-4E29-BC15-BEE9211F45CC}"/>
                </a:ext>
              </a:extLst>
            </p:cNvPr>
            <p:cNvSpPr/>
            <p:nvPr/>
          </p:nvSpPr>
          <p:spPr>
            <a:xfrm>
              <a:off x="8304166" y="3189511"/>
              <a:ext cx="2037806" cy="6444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de-DE" u="sng" dirty="0" err="1">
                  <a:solidFill>
                    <a:schemeClr val="bg1"/>
                  </a:solidFill>
                </a:rPr>
                <a:t>time_id</a:t>
              </a:r>
              <a:endParaRPr lang="de-DE" u="sng" dirty="0">
                <a:solidFill>
                  <a:schemeClr val="bg1"/>
                </a:solidFill>
              </a:endParaRPr>
            </a:p>
            <a:p>
              <a:r>
                <a:rPr lang="de-DE" dirty="0" err="1">
                  <a:solidFill>
                    <a:schemeClr val="bg1"/>
                  </a:solidFill>
                </a:rPr>
                <a:t>ts</a:t>
              </a:r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  <a:p>
              <a:endParaRPr lang="de-DE" dirty="0">
                <a:solidFill>
                  <a:schemeClr val="bg1"/>
                </a:solidFill>
              </a:endParaRPr>
            </a:p>
          </p:txBody>
        </p:sp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829F235E-E68A-7507-7C34-953962732D00}"/>
                </a:ext>
              </a:extLst>
            </p:cNvPr>
            <p:cNvSpPr/>
            <p:nvPr/>
          </p:nvSpPr>
          <p:spPr>
            <a:xfrm>
              <a:off x="8304166" y="2710540"/>
              <a:ext cx="2037806" cy="478970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solidFill>
                    <a:schemeClr val="bg1"/>
                  </a:solidFill>
                </a:rPr>
                <a:t>TIME</a:t>
              </a:r>
            </a:p>
          </p:txBody>
        </p:sp>
        <p:sp>
          <p:nvSpPr>
            <p:cNvPr id="35" name="Geschweifte Klammer rechts 34">
              <a:extLst>
                <a:ext uri="{FF2B5EF4-FFF2-40B4-BE49-F238E27FC236}">
                  <a16:creationId xmlns:a16="http://schemas.microsoft.com/office/drawing/2014/main" id="{AF176DC9-32F7-4237-6184-6FF9800BB527}"/>
                </a:ext>
              </a:extLst>
            </p:cNvPr>
            <p:cNvSpPr/>
            <p:nvPr/>
          </p:nvSpPr>
          <p:spPr>
            <a:xfrm>
              <a:off x="7911191" y="2501535"/>
              <a:ext cx="209006" cy="1541417"/>
            </a:xfrm>
            <a:prstGeom prst="rightBrace">
              <a:avLst>
                <a:gd name="adj1" fmla="val 67577"/>
                <a:gd name="adj2" fmla="val 56427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FA036296-054C-5500-0F7E-FAFC49208306}"/>
                </a:ext>
              </a:extLst>
            </p:cNvPr>
            <p:cNvSpPr txBox="1"/>
            <p:nvPr/>
          </p:nvSpPr>
          <p:spPr>
            <a:xfrm>
              <a:off x="2398667" y="2810290"/>
              <a:ext cx="20378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Source: </a:t>
              </a:r>
              <a:r>
                <a:rPr lang="de-DE" sz="1200" dirty="0" err="1"/>
                <a:t>stations_data.json</a:t>
              </a:r>
              <a:endParaRPr lang="de-DE" sz="1200" dirty="0"/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62AB737B-3742-587B-6573-F6E5E01434E1}"/>
                </a:ext>
              </a:extLst>
            </p:cNvPr>
            <p:cNvSpPr txBox="1"/>
            <p:nvPr/>
          </p:nvSpPr>
          <p:spPr>
            <a:xfrm>
              <a:off x="2398667" y="5771605"/>
              <a:ext cx="20378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Source: .</a:t>
              </a:r>
              <a:r>
                <a:rPr lang="de-DE" sz="1200" dirty="0" err="1"/>
                <a:t>xml</a:t>
              </a:r>
              <a:r>
                <a:rPr lang="de-DE" sz="1200" dirty="0"/>
                <a:t> </a:t>
              </a:r>
              <a:r>
                <a:rPr lang="de-DE" sz="1200" dirty="0" err="1"/>
                <a:t>files</a:t>
              </a:r>
              <a:endParaRPr lang="de-DE" sz="1200" dirty="0"/>
            </a:p>
          </p:txBody>
        </p:sp>
        <p:sp>
          <p:nvSpPr>
            <p:cNvPr id="49" name="Textfeld 48">
              <a:extLst>
                <a:ext uri="{FF2B5EF4-FFF2-40B4-BE49-F238E27FC236}">
                  <a16:creationId xmlns:a16="http://schemas.microsoft.com/office/drawing/2014/main" id="{4C7F29E3-BDB7-A205-AE20-52644CC260D2}"/>
                </a:ext>
              </a:extLst>
            </p:cNvPr>
            <p:cNvSpPr txBox="1"/>
            <p:nvPr/>
          </p:nvSpPr>
          <p:spPr>
            <a:xfrm>
              <a:off x="5141864" y="5771605"/>
              <a:ext cx="20378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Source: .</a:t>
              </a:r>
              <a:r>
                <a:rPr lang="de-DE" sz="1200" dirty="0" err="1"/>
                <a:t>xml</a:t>
              </a:r>
              <a:r>
                <a:rPr lang="de-DE" sz="1200" dirty="0"/>
                <a:t> </a:t>
              </a:r>
              <a:r>
                <a:rPr lang="de-DE" sz="1200" dirty="0" err="1"/>
                <a:t>files</a:t>
              </a:r>
              <a:endParaRPr lang="de-DE" sz="1200" dirty="0"/>
            </a:p>
          </p:txBody>
        </p:sp>
        <p:sp>
          <p:nvSpPr>
            <p:cNvPr id="50" name="Textfeld 49">
              <a:extLst>
                <a:ext uri="{FF2B5EF4-FFF2-40B4-BE49-F238E27FC236}">
                  <a16:creationId xmlns:a16="http://schemas.microsoft.com/office/drawing/2014/main" id="{F667E99C-5165-F654-F3A2-78AC3D412876}"/>
                </a:ext>
              </a:extLst>
            </p:cNvPr>
            <p:cNvSpPr txBox="1"/>
            <p:nvPr/>
          </p:nvSpPr>
          <p:spPr>
            <a:xfrm>
              <a:off x="8304166" y="3833947"/>
              <a:ext cx="203780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Source: .</a:t>
              </a:r>
              <a:r>
                <a:rPr lang="de-DE" sz="1200" dirty="0" err="1"/>
                <a:t>xml</a:t>
              </a:r>
              <a:r>
                <a:rPr lang="de-DE" sz="1200" dirty="0"/>
                <a:t> </a:t>
              </a:r>
              <a:r>
                <a:rPr lang="de-DE" sz="1200" dirty="0" err="1"/>
                <a:t>files</a:t>
              </a:r>
              <a:endParaRPr lang="de-DE" sz="1200" dirty="0"/>
            </a:p>
          </p:txBody>
        </p:sp>
        <p:sp>
          <p:nvSpPr>
            <p:cNvPr id="52" name="Textfeld 51">
              <a:extLst>
                <a:ext uri="{FF2B5EF4-FFF2-40B4-BE49-F238E27FC236}">
                  <a16:creationId xmlns:a16="http://schemas.microsoft.com/office/drawing/2014/main" id="{B0E6EF70-2D3C-BE73-1BA2-BE6790B47BE2}"/>
                </a:ext>
              </a:extLst>
            </p:cNvPr>
            <p:cNvSpPr txBox="1"/>
            <p:nvPr/>
          </p:nvSpPr>
          <p:spPr>
            <a:xfrm>
              <a:off x="1820091" y="4085481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</a:t>
              </a:r>
              <a:r>
                <a:rPr lang="de-DE" sz="1200" dirty="0" err="1"/>
                <a:t>tl.o</a:t>
              </a:r>
              <a:endParaRPr lang="de-DE" sz="1200" dirty="0"/>
            </a:p>
          </p:txBody>
        </p:sp>
        <p:sp>
          <p:nvSpPr>
            <p:cNvPr id="53" name="Textfeld 52">
              <a:extLst>
                <a:ext uri="{FF2B5EF4-FFF2-40B4-BE49-F238E27FC236}">
                  <a16:creationId xmlns:a16="http://schemas.microsoft.com/office/drawing/2014/main" id="{EE0BA12C-B427-6DEC-108A-502C0CCCD987}"/>
                </a:ext>
              </a:extLst>
            </p:cNvPr>
            <p:cNvSpPr txBox="1"/>
            <p:nvPr/>
          </p:nvSpPr>
          <p:spPr>
            <a:xfrm>
              <a:off x="1820091" y="4363543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</a:t>
              </a:r>
              <a:r>
                <a:rPr lang="de-DE" sz="1200" dirty="0" err="1"/>
                <a:t>tl.c</a:t>
              </a:r>
              <a:endParaRPr lang="de-DE" sz="1200" dirty="0"/>
            </a:p>
          </p:txBody>
        </p:sp>
        <p:sp>
          <p:nvSpPr>
            <p:cNvPr id="54" name="Textfeld 53">
              <a:extLst>
                <a:ext uri="{FF2B5EF4-FFF2-40B4-BE49-F238E27FC236}">
                  <a16:creationId xmlns:a16="http://schemas.microsoft.com/office/drawing/2014/main" id="{FC337F53-B1F3-48B9-07CA-7B8EF98900CC}"/>
                </a:ext>
              </a:extLst>
            </p:cNvPr>
            <p:cNvSpPr txBox="1"/>
            <p:nvPr/>
          </p:nvSpPr>
          <p:spPr>
            <a:xfrm>
              <a:off x="1820091" y="4641605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</a:t>
              </a:r>
              <a:r>
                <a:rPr lang="de-DE" sz="1200" dirty="0" err="1"/>
                <a:t>tl.n</a:t>
              </a:r>
              <a:endParaRPr lang="de-DE" sz="1200" dirty="0"/>
            </a:p>
          </p:txBody>
        </p:sp>
        <p:sp>
          <p:nvSpPr>
            <p:cNvPr id="55" name="Textfeld 54">
              <a:extLst>
                <a:ext uri="{FF2B5EF4-FFF2-40B4-BE49-F238E27FC236}">
                  <a16:creationId xmlns:a16="http://schemas.microsoft.com/office/drawing/2014/main" id="{51577F6D-86DB-A22A-009F-B9B7E7973F23}"/>
                </a:ext>
              </a:extLst>
            </p:cNvPr>
            <p:cNvSpPr txBox="1"/>
            <p:nvPr/>
          </p:nvSpPr>
          <p:spPr>
            <a:xfrm>
              <a:off x="1820091" y="4919667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s/tl.t</a:t>
              </a:r>
            </a:p>
          </p:txBody>
        </p:sp>
        <p:sp>
          <p:nvSpPr>
            <p:cNvPr id="56" name="Textfeld 55">
              <a:extLst>
                <a:ext uri="{FF2B5EF4-FFF2-40B4-BE49-F238E27FC236}">
                  <a16:creationId xmlns:a16="http://schemas.microsoft.com/office/drawing/2014/main" id="{A763805E-1629-2F83-21DF-757CE56EDBF2}"/>
                </a:ext>
              </a:extLst>
            </p:cNvPr>
            <p:cNvSpPr txBox="1"/>
            <p:nvPr/>
          </p:nvSpPr>
          <p:spPr>
            <a:xfrm>
              <a:off x="1820091" y="5197729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</a:t>
              </a:r>
              <a:r>
                <a:rPr lang="de-DE" sz="1200" dirty="0" err="1"/>
                <a:t>tl.f</a:t>
              </a:r>
              <a:endParaRPr lang="de-DE" sz="1200" dirty="0"/>
            </a:p>
          </p:txBody>
        </p:sp>
        <p:sp>
          <p:nvSpPr>
            <p:cNvPr id="57" name="Textfeld 56">
              <a:extLst>
                <a:ext uri="{FF2B5EF4-FFF2-40B4-BE49-F238E27FC236}">
                  <a16:creationId xmlns:a16="http://schemas.microsoft.com/office/drawing/2014/main" id="{D992097E-D773-C9C6-25BE-1C87C7458059}"/>
                </a:ext>
              </a:extLst>
            </p:cNvPr>
            <p:cNvSpPr txBox="1"/>
            <p:nvPr/>
          </p:nvSpPr>
          <p:spPr>
            <a:xfrm>
              <a:off x="1820091" y="5475791"/>
              <a:ext cx="5785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de-DE" sz="1200" dirty="0"/>
                <a:t>s/</a:t>
              </a:r>
              <a:r>
                <a:rPr lang="de-DE" sz="1200" dirty="0" err="1"/>
                <a:t>dp.l</a:t>
              </a:r>
              <a:endParaRPr lang="de-DE" sz="1200" dirty="0"/>
            </a:p>
          </p:txBody>
        </p:sp>
        <p:sp>
          <p:nvSpPr>
            <p:cNvPr id="58" name="Textfeld 57">
              <a:extLst>
                <a:ext uri="{FF2B5EF4-FFF2-40B4-BE49-F238E27FC236}">
                  <a16:creationId xmlns:a16="http://schemas.microsoft.com/office/drawing/2014/main" id="{79D96886-64FB-E760-29E9-47E48B7D6AB0}"/>
                </a:ext>
              </a:extLst>
            </p:cNvPr>
            <p:cNvSpPr txBox="1"/>
            <p:nvPr/>
          </p:nvSpPr>
          <p:spPr>
            <a:xfrm>
              <a:off x="7178309" y="4085481"/>
              <a:ext cx="7625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ar.cs</a:t>
              </a:r>
              <a:endParaRPr lang="de-DE" sz="1200" dirty="0"/>
            </a:p>
          </p:txBody>
        </p: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97CCEC8-8015-098A-6B34-A05882CBFB39}"/>
                </a:ext>
              </a:extLst>
            </p:cNvPr>
            <p:cNvSpPr txBox="1"/>
            <p:nvPr/>
          </p:nvSpPr>
          <p:spPr>
            <a:xfrm>
              <a:off x="7178310" y="4363543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dp.c</a:t>
              </a:r>
              <a:endParaRPr lang="de-DE" sz="1200" dirty="0"/>
            </a:p>
          </p:txBody>
        </p:sp>
        <p:sp>
          <p:nvSpPr>
            <p:cNvPr id="60" name="Textfeld 59">
              <a:extLst>
                <a:ext uri="{FF2B5EF4-FFF2-40B4-BE49-F238E27FC236}">
                  <a16:creationId xmlns:a16="http://schemas.microsoft.com/office/drawing/2014/main" id="{421B3FFB-6D36-2EEC-F3E9-31B6B67349A2}"/>
                </a:ext>
              </a:extLst>
            </p:cNvPr>
            <p:cNvSpPr txBox="1"/>
            <p:nvPr/>
          </p:nvSpPr>
          <p:spPr>
            <a:xfrm>
              <a:off x="7178310" y="4641605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ar.pp</a:t>
              </a:r>
              <a:endParaRPr lang="de-DE" sz="1200" dirty="0"/>
            </a:p>
          </p:txBody>
        </p:sp>
        <p:sp>
          <p:nvSpPr>
            <p:cNvPr id="61" name="Textfeld 60">
              <a:extLst>
                <a:ext uri="{FF2B5EF4-FFF2-40B4-BE49-F238E27FC236}">
                  <a16:creationId xmlns:a16="http://schemas.microsoft.com/office/drawing/2014/main" id="{82FF1557-7FEA-D561-0AA9-D527A3B90A7F}"/>
                </a:ext>
              </a:extLst>
            </p:cNvPr>
            <p:cNvSpPr txBox="1"/>
            <p:nvPr/>
          </p:nvSpPr>
          <p:spPr>
            <a:xfrm>
              <a:off x="7178310" y="4919667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dp.pp</a:t>
              </a:r>
              <a:endParaRPr lang="de-DE" sz="1200" dirty="0"/>
            </a:p>
          </p:txBody>
        </p:sp>
        <p:sp>
          <p:nvSpPr>
            <p:cNvPr id="62" name="Textfeld 61">
              <a:extLst>
                <a:ext uri="{FF2B5EF4-FFF2-40B4-BE49-F238E27FC236}">
                  <a16:creationId xmlns:a16="http://schemas.microsoft.com/office/drawing/2014/main" id="{FECE36D9-1EEC-C9C6-D1AE-03AE76E35EA8}"/>
                </a:ext>
              </a:extLst>
            </p:cNvPr>
            <p:cNvSpPr txBox="1"/>
            <p:nvPr/>
          </p:nvSpPr>
          <p:spPr>
            <a:xfrm>
              <a:off x="7178310" y="5197729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ar.cp</a:t>
              </a:r>
              <a:endParaRPr lang="de-DE" sz="1200" dirty="0"/>
            </a:p>
          </p:txBody>
        </p: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A8CFCFDA-0D5C-4F94-DD33-6D73C6EEB9F0}"/>
                </a:ext>
              </a:extLst>
            </p:cNvPr>
            <p:cNvSpPr txBox="1"/>
            <p:nvPr/>
          </p:nvSpPr>
          <p:spPr>
            <a:xfrm>
              <a:off x="7178310" y="5475791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dp.cp</a:t>
              </a:r>
              <a:endParaRPr lang="de-DE" sz="1200" dirty="0"/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C189A989-A01E-7DBB-7CA4-D456F04F2C51}"/>
                </a:ext>
              </a:extLst>
            </p:cNvPr>
            <p:cNvSpPr txBox="1"/>
            <p:nvPr/>
          </p:nvSpPr>
          <p:spPr>
            <a:xfrm>
              <a:off x="7178309" y="1621756"/>
              <a:ext cx="76254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s.id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CF712FE8-CC95-ABF8-D39C-4E983CE9DDF0}"/>
                </a:ext>
              </a:extLst>
            </p:cNvPr>
            <p:cNvSpPr txBox="1"/>
            <p:nvPr/>
          </p:nvSpPr>
          <p:spPr>
            <a:xfrm>
              <a:off x="7178310" y="2696427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s/dp.pt</a:t>
              </a: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151D3EBF-9FFF-95B7-1154-5CBA3210008F}"/>
                </a:ext>
              </a:extLst>
            </p:cNvPr>
            <p:cNvSpPr txBox="1"/>
            <p:nvPr/>
          </p:nvSpPr>
          <p:spPr>
            <a:xfrm>
              <a:off x="7178310" y="2974489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ar.ct</a:t>
              </a:r>
              <a:endParaRPr lang="de-DE" sz="1200" dirty="0"/>
            </a:p>
          </p:txBody>
        </p:sp>
        <p:sp>
          <p:nvSpPr>
            <p:cNvPr id="67" name="Textfeld 66">
              <a:extLst>
                <a:ext uri="{FF2B5EF4-FFF2-40B4-BE49-F238E27FC236}">
                  <a16:creationId xmlns:a16="http://schemas.microsoft.com/office/drawing/2014/main" id="{9268781A-FF99-43E3-F8FF-0DABCD5AF839}"/>
                </a:ext>
              </a:extLst>
            </p:cNvPr>
            <p:cNvSpPr txBox="1"/>
            <p:nvPr/>
          </p:nvSpPr>
          <p:spPr>
            <a:xfrm>
              <a:off x="7178310" y="3252551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dp.ct</a:t>
              </a:r>
              <a:endParaRPr lang="de-DE" sz="1200" dirty="0"/>
            </a:p>
          </p:txBody>
        </p:sp>
        <p:sp>
          <p:nvSpPr>
            <p:cNvPr id="68" name="Textfeld 67">
              <a:extLst>
                <a:ext uri="{FF2B5EF4-FFF2-40B4-BE49-F238E27FC236}">
                  <a16:creationId xmlns:a16="http://schemas.microsoft.com/office/drawing/2014/main" id="{49F01290-4CBF-5D5E-6243-406DAAF5A5FE}"/>
                </a:ext>
              </a:extLst>
            </p:cNvPr>
            <p:cNvSpPr txBox="1"/>
            <p:nvPr/>
          </p:nvSpPr>
          <p:spPr>
            <a:xfrm>
              <a:off x="7178310" y="3530613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ar.clt</a:t>
              </a:r>
              <a:endParaRPr lang="de-DE" sz="1200" dirty="0"/>
            </a:p>
          </p:txBody>
        </p:sp>
        <p:sp>
          <p:nvSpPr>
            <p:cNvPr id="69" name="Textfeld 68">
              <a:extLst>
                <a:ext uri="{FF2B5EF4-FFF2-40B4-BE49-F238E27FC236}">
                  <a16:creationId xmlns:a16="http://schemas.microsoft.com/office/drawing/2014/main" id="{E7C51F10-E44B-3CC2-9A47-3113AAC0FA91}"/>
                </a:ext>
              </a:extLst>
            </p:cNvPr>
            <p:cNvSpPr txBox="1"/>
            <p:nvPr/>
          </p:nvSpPr>
          <p:spPr>
            <a:xfrm>
              <a:off x="7178310" y="3808675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</a:t>
              </a:r>
              <a:r>
                <a:rPr lang="de-DE" sz="1200" dirty="0" err="1"/>
                <a:t>dp.clt</a:t>
              </a:r>
              <a:endParaRPr lang="de-DE" sz="1200" dirty="0"/>
            </a:p>
          </p:txBody>
        </p:sp>
        <p:sp>
          <p:nvSpPr>
            <p:cNvPr id="71" name="Textfeld 70">
              <a:extLst>
                <a:ext uri="{FF2B5EF4-FFF2-40B4-BE49-F238E27FC236}">
                  <a16:creationId xmlns:a16="http://schemas.microsoft.com/office/drawing/2014/main" id="{8A055803-DD41-CF53-4694-75BF425B28C5}"/>
                </a:ext>
              </a:extLst>
            </p:cNvPr>
            <p:cNvSpPr txBox="1"/>
            <p:nvPr/>
          </p:nvSpPr>
          <p:spPr>
            <a:xfrm>
              <a:off x="7178310" y="2428181"/>
              <a:ext cx="76254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200" dirty="0"/>
                <a:t>s/ar.pt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88642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</Words>
  <Application>Microsoft Office PowerPoint</Application>
  <PresentationFormat>Breitbild</PresentationFormat>
  <Paragraphs>84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 Pü</dc:creator>
  <cp:lastModifiedBy>Leo Pü</cp:lastModifiedBy>
  <cp:revision>2</cp:revision>
  <dcterms:created xsi:type="dcterms:W3CDTF">2026-01-21T14:41:48Z</dcterms:created>
  <dcterms:modified xsi:type="dcterms:W3CDTF">2026-01-21T16:09:12Z</dcterms:modified>
</cp:coreProperties>
</file>